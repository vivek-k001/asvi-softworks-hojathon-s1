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645920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PMNA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  <a:latin typeface="Calibri"/>
              </a:rPr>
              <a:t>PERKS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PMNA PERKS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"/>
              </a:rPr>
              <a:t>Hyperlocal Commerce &amp; Offer Discovery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7313371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C0"/>
                </a:solidFill>
                <a:latin typeface="Calibri"/>
              </a:rPr>
              <a:t>Perinthalmanna  •  Angadipuram  •  Kerala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C0"/>
                </a:solidFill>
                <a:latin typeface="Calibri"/>
              </a:rPr>
              <a:t>ASVI Softworks  |  Hojathon S1  |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43600"/>
            <a:ext cx="17373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9618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19" y="5943600"/>
            <a:ext cx="17373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19" y="59618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Node.js + Express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8" y="5943600"/>
            <a:ext cx="173736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38" y="59618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7" y="594360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7" y="59618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Python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6" y="5943600"/>
            <a:ext cx="17373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6" y="59618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Gemini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Local shops are invisible to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56685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96012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No Digital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Thousands of small shops in Perinthalmanna &amp; Angadipuram have no online platform to showcase deals.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07792"/>
            <a:ext cx="11247120" cy="96012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07792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53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Missed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192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Customers don't know about daily specials, flash sales, and festival offers from nearby shops.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86784"/>
            <a:ext cx="11247120" cy="96012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86784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325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No Verified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982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No hyperlocal, trust-based platform where customers can find verified, authentic local merchants.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65776"/>
            <a:ext cx="11247120" cy="96012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65776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11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Merchant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772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Shop owners have no tools to manage promotions, track views, or advertise to local audiences.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PMNA Perks — One Platform, Every Local Deal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48755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 Customers
(Free)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109728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Browse verified local deals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09728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Filter by category, price,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09728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AI chatbot to find offers fast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109728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Flash deals &amp; ending-soon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1828800"/>
            <a:ext cx="3657600" cy="4572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828800"/>
            <a:ext cx="36576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 Merchants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2" y="256032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Register &amp; manage store profile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3712" y="320040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Create &amp; publish promotions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84048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703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Upload photos with Multer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448056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Showcase Ads for max visibility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828800"/>
            <a:ext cx="3657600" cy="4572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4464" y="1828800"/>
            <a:ext cx="36576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18745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 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67344" y="2560320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5944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Admin verification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3200400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95944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Real-time analytics &amp; reports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3840480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95944" y="3703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Subscription &amp; payment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67344" y="4480560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95944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Python ML chatbot training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Full-Stack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04723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3794760" cy="448056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37947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93852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React 18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70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Fast SPA with HMR dev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0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Utility-first responsive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React Router v6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Client-side routing &amp; layouts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Context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138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Auth, Location, Assistant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920240"/>
            <a:ext cx="3794760" cy="448056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920240"/>
            <a:ext cx="379476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93852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Node.js +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2770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REST API with ES 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3337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MongoDB + Mongoose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36850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NoSQL database &amp; ODM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Multer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4599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Multipart image upload middleware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JWT 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55138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Secure role-based access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1920240"/>
            <a:ext cx="3794760" cy="448056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598" y="1920240"/>
            <a:ext cx="37947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8" y="193852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&amp;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8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Python scikit-learn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8" y="2770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TF-IDF + Logistic Regression chatbot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8" y="3337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Google Gemini 1.5 Flash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8" y="36850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Grounded NL response 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8" y="4251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Cloudinary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8" y="4599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Cloud image storage &amp; CDN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8" y="5166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child_process.spawn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8" y="55138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Node-Python ML bridge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Makes PMNA Perks Unique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4266133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669280" cy="13716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AI-Powered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Python scikit-learn intent classifier (12 intents, 231 training samples). Manglish support. Integrated with Gemini for live DB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5669280" cy="13716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2024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Multer Image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Drag-and-drop offer photo &amp; store logo upload. Supports PNG, JPG, WEBP up to 5MB. Cloudinary CDN + local fallback.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5669280" cy="13716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3D Payment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Realistic credit card flip animation using CSS 3D transforms. UPI QR + Card/Netbanking for Showcase Ad payments.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429000"/>
            <a:ext cx="5669280" cy="13716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42900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20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Showcase Advertising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Premium banner spots on PMNA home feed. Merchants pay via UPI or card, banner activates instantly.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5669280" cy="13716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Admin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Multi-role system: Customer, Merchant, Admin. Admins approve merchants, manage offers, generate reports.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937760"/>
            <a:ext cx="5669280" cy="13716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93776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Hyperlocal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Filter offers by location (Perinthalmanna / Angadipuram), category, price range, discount %, and ending-soon deals.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Python ML + Gemini Hybrid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5028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377440" cy="1645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Natural language input
English + Manglish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--&gt;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2377440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Python ML
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TF-IDF + Logistic Regression
12 intents, 231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--&gt;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194560"/>
            <a:ext cx="2377440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Gemini +
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Live DB context
Grounded NL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--&gt;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194560"/>
            <a:ext cx="237744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Final
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Rich cards + text
to the user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FF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Intents 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5CF6"/>
                </a:solidFill>
                <a:latin typeface="Calibri"/>
              </a:rPr>
              <a:t>231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Training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Training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  <a:latin typeface="Calibri"/>
              </a:rPr>
              <a:t>80.5%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Validation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  <a:latin typeface="Calibri"/>
              </a:rPr>
              <a:t>9/9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Self-Tests Passed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VERIFIED MERCHANTS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Live Shops &amp; Offers on PMNA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656685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109728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Restaurants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Kozhikode Star Biriyani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Perinthalmanna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Malabar Dum Biriyani Rs.180 | Beef Fry Combo Rs.150 | Family Feast Rs.799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2011680"/>
            <a:ext cx="109728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Bakery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Top In Town Bakery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Perinthalmanna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78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Truffle Pastry Box Rs.270 | Cake Privilege Pass Rs.680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63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154680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136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Footwear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WalkZone Footwear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429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Angadipuram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21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Running Sneakers Rs.599 | Heel Sandals Rs.649 | Stock Clearance 55%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063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063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154680"/>
            <a:ext cx="109728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136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Fashion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Modern Textiles &amp; Sarees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3429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Perinthalmanna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21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Kanchipuram Silk Rs.1999 | Cotton Wear Rs.399 | 60% OFF Clearance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06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206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297680"/>
            <a:ext cx="10972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Electronics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Mobile Hub &amp; Gadgets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Angadipuram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864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20W Type-C Charger Rs.399 | 50% OFF Flash Deal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206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4206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4297680"/>
            <a:ext cx="109728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Jewellery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Malabar Gold &amp; Diamonds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Perinthalmanna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864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Premium gold &amp; diamond jewellery collections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5349240"/>
            <a:ext cx="5669280" cy="10058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08960" y="534924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46120" y="5440680"/>
            <a:ext cx="109728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Bakery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715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aswathy bakes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715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2C55E"/>
                </a:solidFill>
                <a:latin typeface="Calibri"/>
              </a:rPr>
              <a:t>Perinthalmanna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6007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C0"/>
                </a:solidFill>
                <a:latin typeface="Calibri"/>
              </a:rPr>
              <a:t>Custom cakes &amp; fresh baked goods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System Design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412906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03320" cy="4572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70332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CLIENT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77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React 18 + Vite (port 5173)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27832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0906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Tailwind CSS styling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41064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0390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Context: Auth / Location /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54296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51713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FloatingAssistant chat widget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67528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30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MockPaymentGateway (3D flip card)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828800"/>
            <a:ext cx="3703320" cy="4572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828800"/>
            <a:ext cx="370332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8470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SERVER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51460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2377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Express.js REST API (port 5000)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227832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0906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JWT middleware + role guards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941064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380390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Multer upload handler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4654296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51713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geminiService.js (AI pipeline)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367528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8" y="5230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pythonChatService.js (ML bridge)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828800"/>
            <a:ext cx="3703320" cy="45720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1828800"/>
            <a:ext cx="37033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8470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&amp; AI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2514600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088" y="2377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MongoDB Atlas (Mongoose ODM)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3227832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05088" y="30906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Cloudinary / local /uploads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941064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380390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Python scikit-learn model (.pkl)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4654296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05088" y="451713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pmna_knowledge_base.json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5367528"/>
            <a:ext cx="914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5230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C0"/>
                </a:solidFill>
                <a:latin typeface="Calibri"/>
              </a:rPr>
              <a:t>Google Gemini 1.5 Flash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6512" y="3840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&lt;--&gt;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3840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&lt;--&gt;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Current Impact &amp; 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4631801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14630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A623"/>
                </a:solidFill>
                <a:latin typeface="Calibri"/>
              </a:rPr>
              <a:t>7+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Verified Merchants
Onboarded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560320" cy="14630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A623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AI Intents
Trained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560320" cy="14630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A62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Cities
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828800"/>
            <a:ext cx="2560320" cy="146304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A623"/>
                </a:solidFill>
                <a:latin typeface="Calibri"/>
              </a:rPr>
              <a:t>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0C0"/>
                </a:solidFill>
                <a:latin typeface="Calibri"/>
              </a:rPr>
              <a:t>Product
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FUTURE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6400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9592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A"/>
                </a:solidFill>
                <a:latin typeface="Calibri"/>
              </a:rPr>
              <a:t>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77639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Mobile App (React Native) — iOS &amp; Android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9703"/>
            <a:ext cx="6400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0799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A"/>
                </a:solidFill>
                <a:latin typeface="Calibri"/>
              </a:rPr>
              <a:t>v2.1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89703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Customer loyalty points &amp; reward redemption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01767"/>
            <a:ext cx="6400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20055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A"/>
                </a:solidFill>
                <a:latin typeface="Calibri"/>
              </a:rPr>
              <a:t>v2.2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001767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Real-time push notifications for flash deals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13831"/>
            <a:ext cx="6400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53211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A"/>
                </a:solidFill>
                <a:latin typeface="Calibri"/>
              </a:rPr>
              <a:t>v2.3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13831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Merchant analytics dashboard with sales insights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025895"/>
            <a:ext cx="6400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044183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A"/>
                </a:solidFill>
                <a:latin typeface="Calibri"/>
              </a:rPr>
              <a:t>v3.0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6025895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C0"/>
                </a:solidFill>
                <a:latin typeface="Calibri"/>
              </a:rPr>
              <a:t>Expand to Malappuram district — 20+ cities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Calibri"/>
              </a:rPr>
              <a:t>PMNA Perks — Empowering Local Commerce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C0"/>
                </a:solidFill>
                <a:latin typeface="Calibri"/>
              </a:rPr>
              <a:t>Built with   React  +  Node.js  +  MongoDB  +  Python ML  +  Gemini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Calibri"/>
              </a:rPr>
              <a:t>github.com/Vivek-k001/ASVI-Softworks-Hojathon-S1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A0C0"/>
                </a:solidFill>
                <a:latin typeface="Calibri"/>
              </a:rPr>
              <a:t>ASVI Softworks  |  Hojathon Season 1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